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a9b38211e40d9" /><Relationship Type="http://schemas.openxmlformats.org/officeDocument/2006/relationships/extended-properties" Target="/docProps/app.xml" Id="Rc29be7931d34419f" /><Relationship Type="http://schemas.openxmlformats.org/officeDocument/2006/relationships/officeDocument" Target="/ppt/presentation.xml" Id="Rea61436ff53446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4829b6bc141ae"/>
  </p:sldMasterIdLst>
  <p:notesMasterIdLst>
    <p:notesMasterId xmlns:r="http://schemas.openxmlformats.org/officeDocument/2006/relationships" r:id="R1c4851de170e4595"/>
  </p:notesMasterIdLst>
  <p:sldIdLst>
    <p:sldId xmlns:r="http://schemas.openxmlformats.org/officeDocument/2006/relationships" id="256" r:id="R85229998e0be4dc7"/>
    <p:sldId xmlns:r="http://schemas.openxmlformats.org/officeDocument/2006/relationships" id="257" r:id="R72a6aaf9a01b4437"/>
    <p:sldId xmlns:r="http://schemas.openxmlformats.org/officeDocument/2006/relationships" id="258" r:id="R68dc51a59f174926"/>
    <p:sldId xmlns:r="http://schemas.openxmlformats.org/officeDocument/2006/relationships" id="259" r:id="Rc3bd19e8f3ae4554"/>
    <p:sldId xmlns:r="http://schemas.openxmlformats.org/officeDocument/2006/relationships" id="260" r:id="Rf8d9c9f4416a4022"/>
    <p:sldId xmlns:r="http://schemas.openxmlformats.org/officeDocument/2006/relationships" id="261" r:id="R505e509b943b4d35"/>
    <p:sldId xmlns:r="http://schemas.openxmlformats.org/officeDocument/2006/relationships" id="262" r:id="R31921546d7d04cd3"/>
    <p:sldId xmlns:r="http://schemas.openxmlformats.org/officeDocument/2006/relationships" id="263" r:id="Rf685dc47e0c54a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3f2859672349e3" /><Relationship Type="http://schemas.openxmlformats.org/officeDocument/2006/relationships/slideMaster" Target="/ppt/slideMasters/slideMaster1.xml" Id="Ra3a4829b6bc141ae" /><Relationship Type="http://schemas.openxmlformats.org/officeDocument/2006/relationships/notesMaster" Target="/ppt/notesMasters/notesMaster1.xml" Id="R1c4851de170e4595" /><Relationship Type="http://schemas.openxmlformats.org/officeDocument/2006/relationships/presProps" Target="/ppt/presProps.xml" Id="R73569cdaf69c43f8" /><Relationship Type="http://schemas.openxmlformats.org/officeDocument/2006/relationships/tableStyles" Target="/ppt/tableStyles.xml" Id="R7cdf232173f34c31" /><Relationship Type="http://schemas.openxmlformats.org/officeDocument/2006/relationships/slide" Target="/ppt/slides/slide1.xml" Id="R85229998e0be4dc7" /><Relationship Type="http://schemas.openxmlformats.org/officeDocument/2006/relationships/slide" Target="/ppt/slides/slide2.xml" Id="R72a6aaf9a01b4437" /><Relationship Type="http://schemas.openxmlformats.org/officeDocument/2006/relationships/slide" Target="/ppt/slides/slide3.xml" Id="R68dc51a59f174926" /><Relationship Type="http://schemas.openxmlformats.org/officeDocument/2006/relationships/slide" Target="/ppt/slides/slide4.xml" Id="Rc3bd19e8f3ae4554" /><Relationship Type="http://schemas.openxmlformats.org/officeDocument/2006/relationships/slide" Target="/ppt/slides/slide5.xml" Id="Rf8d9c9f4416a4022" /><Relationship Type="http://schemas.openxmlformats.org/officeDocument/2006/relationships/slide" Target="/ppt/slides/slide6.xml" Id="R505e509b943b4d35" /><Relationship Type="http://schemas.openxmlformats.org/officeDocument/2006/relationships/slide" Target="/ppt/slides/slide7.xml" Id="R31921546d7d04cd3" /><Relationship Type="http://schemas.openxmlformats.org/officeDocument/2006/relationships/slide" Target="/ppt/slides/slide8.xml" Id="Rf685dc47e0c54a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f484a09714c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3126755d08456d" /><Relationship Type="http://schemas.openxmlformats.org/officeDocument/2006/relationships/notesMaster" Target="/ppt/notesMasters/notesMaster1.xml" Id="R1dda60bc4fb7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d096a47e148de" /><Relationship Type="http://schemas.openxmlformats.org/officeDocument/2006/relationships/notesMaster" Target="/ppt/notesMasters/notesMaster1.xml" Id="R9442974fa8b4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04d26b379145e3" /><Relationship Type="http://schemas.openxmlformats.org/officeDocument/2006/relationships/notesMaster" Target="/ppt/notesMasters/notesMaster1.xml" Id="R594ab3f66c01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0131ce4206452d" /><Relationship Type="http://schemas.openxmlformats.org/officeDocument/2006/relationships/notesMaster" Target="/ppt/notesMasters/notesMaster1.xml" Id="Rf69247461caa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477c2a6d6e40fa" /><Relationship Type="http://schemas.openxmlformats.org/officeDocument/2006/relationships/notesMaster" Target="/ppt/notesMasters/notesMaster1.xml" Id="Rb377e1aaab7a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fc0ec45064571" /><Relationship Type="http://schemas.openxmlformats.org/officeDocument/2006/relationships/notesMaster" Target="/ppt/notesMasters/notesMaster1.xml" Id="R28d3c9a2aaec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6bab52388f4f2c" /><Relationship Type="http://schemas.openxmlformats.org/officeDocument/2006/relationships/notesMaster" Target="/ppt/notesMasters/notesMaster1.xml" Id="Rcf7c12cf080e47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6383b85edd49b7" /><Relationship Type="http://schemas.openxmlformats.org/officeDocument/2006/relationships/notesMaster" Target="/ppt/notesMasters/notesMaster1.xml" Id="R2afda68b88a4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発表やハッカソンでは、限られた時間で伝えるために、原稿の調整、資料の操作、時間管理、練習後の振り返りが必要です。でも、それぞれを別々に扱うと、発表者は情報と操作をつなぐことにも注意を使います。カンペきは、その手間を減らすためのプレゼンサポートツールです。</a:t>
            </a:r>
          </a:p>
          <a:p xmlns:a="http://schemas.openxmlformats.org/drawingml/2006/main">
            <a:r>
              <a:t>出典: 2026-09-15のユーザーによる最新の課題定義と乾映之右さんの課題文。ロゴはユーザー提供。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準備では、内容と持ち時間を照らし合わせる。本番では、原稿や時計を確認しながらスライドを操作する。発表後も録音だけを残しても、気になる発話を探し、そのときの資料と比べて、次に何を直すかを整理する作業が必要です。課題は、この各段階をつなぐ手間が発表者に残っていることです。</a:t>
            </a:r>
          </a:p>
          <a:p xmlns:a="http://schemas.openxmlformats.org/drawingml/2006/main">
            <a:r>
              <a:t>出典: ユーザーが共有した乾映之右さんの課題文と最新の方針修正。効果量の実測はありません。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ンペきはMacとiPhoneをつなぎ、発表の前・最中・後を一つの流れで支える設計です。前は資料と原稿を準備し、本番はスマホで資料を操作しながら時間を把握する。終了後は録音の気になる箇所を聞き直します。画面は事前に作った設計イメージです。全段階の完全自動連携を実証したという意味ではありません。</a:t>
            </a:r>
          </a:p>
          <a:p xmlns:a="http://schemas.openxmlformats.org/drawingml/2006/main">
            <a:r>
              <a:t>資料: specs/PRODUCT.md、specs/ASSISTANCE_FLOW.md。画像: assets/design/device-size/iphone-live.png。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なぐ手間を減らす具体例の一つが、録音後のフィラー候補です。発話分析だけがアプリ全体のコアではありません。時刻と発話の前後を見て、その場面を聞き直す。無駄な発話と一律に決めつけるのではなく、本人が文脈を確かめて、次に何を変えるかを選びます。例えば冒頭の説明を一文短くする、といった改善です。この改善例は説明用で、実測結果ではありません。候補表示・前後音声再生の実装はPR69、iPhoneビルドとCI成功。会場の実iPhoneでの再生と検出精度評価は別途確認が必要です。</a:t>
            </a:r>
          </a:p>
          <a:p xmlns:a="http://schemas.openxmlformats.org/drawingml/2006/main">
            <a:r>
              <a:t>根拠: https://github.com/MinobeRyo/kanpeki/pull/69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たちが力を注ぐのは、既存のAIが役立つところまで利用者を無理なくつなぐことです。カンペきが資料や発話、時間をまとめ、既存AIが改善候補を提案し、最後に本人が選びます。独自分析AIに正解を学習させることをゴールにはしていません。ここは設計方針であり、全データの自動送信・AI助言の実資料精度・全体連携の検証完了を主張するスライドではありません。</a:t>
            </a:r>
          </a:p>
          <a:p xmlns:a="http://schemas.openxmlformats.org/drawingml/2006/main">
            <a:r>
              <a:t>関連: https://github.com/MinobeRyo/kanpeki/issues/33 、https://github.com/MinobeRyo/kanpeki/issues/82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はコードを書くだけでなく、何を削るかの壁打ちから使いました。たとえば画面の常時表示ボタンを三つまでに絞る方針をAGENTS.mdに残しています。分担はIssueとworktreeで管理し、PRのCIでMacとiPhoneを確認。その後はGitHub ActionsでTestFlightへ配布し、Slackで変更内容と確認方法を伝えます。AIの成果物を人間が試すまでの距離を縮めました。CI成功と実機で使えることは分けて確認しています。既存の構成・事前成果の持ち込みはdocs/MIGRATION.mdに記録しています。</a:t>
            </a:r>
          </a:p>
          <a:p xmlns:a="http://schemas.openxmlformats.org/drawingml/2006/main">
            <a:r>
              <a:t>根拠: PR70 https://github.com/MinobeRyo/kanpeki/pull/70 、PR71 https://github.com/MinobeRyo/kanpeki/pull/71 、PR78 https://github.com/MinobeRyo/kanpeki/pull/78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ンペきの価値は、発表前・本番・発表後の情報と操作をつなぎ、発表者がその間を埋める手間を減らすことです。限られた練習時間を、記録を探すことや操作ではなく、内容と伝え方の改善に使えるようにする。発表をつなぐ。伝えることに、集中する。カンペき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-15作成時点。左側は実装とビルド・一部統合試験の確認範囲で、全員の実機動作保証ではありません。右側を完了済みとして説明しないでください。独自AIの精度優位性、学生全体の改善効果、全員へのインストール完了は確認していません。補足資料は本PPTXのノートと同梱Markdownにも収録しており、GitHubを閲覧できない審査員にはそれらを渡せます。Issueリンクは非公開リポジトリのためチーム限定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eb70cb6184b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70bb619e80461b" /><Relationship Type="http://schemas.openxmlformats.org/officeDocument/2006/relationships/slideLayout" Target="/ppt/slideLayouts/slideLayout1.xml" Id="R0ea3d0fcc283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3d0fcc283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17b65bcab4f18" /><Relationship Type="http://schemas.openxmlformats.org/officeDocument/2006/relationships/image" Target="/ppt/media/image.png" Id="Rdb181d453781471b" /><Relationship Type="http://schemas.openxmlformats.org/officeDocument/2006/relationships/image" Target="/ppt/media/image2.png" Id="Rce02c0d4b9154a8e" /><Relationship Type="http://schemas.openxmlformats.org/officeDocument/2006/relationships/notesSlide" Target="/ppt/notesSlides/notesSlide1.xml" Id="Rc72ab4673da6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27fa9ed2b41c9" /><Relationship Type="http://schemas.openxmlformats.org/officeDocument/2006/relationships/image" Target="/ppt/media/image3.png" Id="Rad9fb4c3f95344db" /><Relationship Type="http://schemas.openxmlformats.org/officeDocument/2006/relationships/notesSlide" Target="/ppt/notesSlides/notesSlide2.xml" Id="Rf74cb30c79f848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3190dfb5a4d38" /><Relationship Type="http://schemas.openxmlformats.org/officeDocument/2006/relationships/image" Target="/ppt/media/image4.png" Id="R3edb7535448d4f7a" /><Relationship Type="http://schemas.openxmlformats.org/officeDocument/2006/relationships/image" Target="/ppt/media/image5.png" Id="R972a1c9c4ff94ffc" /><Relationship Type="http://schemas.openxmlformats.org/officeDocument/2006/relationships/notesSlide" Target="/ppt/notesSlides/notesSlide3.xml" Id="R70f6d79a291f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50e1417545fb" /><Relationship Type="http://schemas.openxmlformats.org/officeDocument/2006/relationships/image" Target="/ppt/media/image6.png" Id="R95f9c551f28e493d" /><Relationship Type="http://schemas.openxmlformats.org/officeDocument/2006/relationships/notesSlide" Target="/ppt/notesSlides/notesSlide4.xml" Id="Rae2d9ab25e3242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20fcb1a6c4719" /><Relationship Type="http://schemas.openxmlformats.org/officeDocument/2006/relationships/image" Target="/ppt/media/image7.png" Id="Rcc186ebe4cf74426" /><Relationship Type="http://schemas.openxmlformats.org/officeDocument/2006/relationships/notesSlide" Target="/ppt/notesSlides/notesSlide5.xml" Id="R1b2a9587a99c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5c319e972441a" /><Relationship Type="http://schemas.openxmlformats.org/officeDocument/2006/relationships/image" Target="/ppt/media/image8.png" Id="R2019631de6054e3f" /><Relationship Type="http://schemas.openxmlformats.org/officeDocument/2006/relationships/notesSlide" Target="/ppt/notesSlides/notesSlide6.xml" Id="R221026341838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389088c1a4dc5" /><Relationship Type="http://schemas.openxmlformats.org/officeDocument/2006/relationships/image" Target="/ppt/media/image9.png" Id="R3099d712c71f4077" /><Relationship Type="http://schemas.openxmlformats.org/officeDocument/2006/relationships/image" Target="/ppt/media/image10.png" Id="R8e973c9ee69648c8" /><Relationship Type="http://schemas.openxmlformats.org/officeDocument/2006/relationships/notesSlide" Target="/ppt/notesSlides/notesSlide7.xml" Id="R68f48355ed134d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6d69ec5174e25" /><Relationship Type="http://schemas.openxmlformats.org/officeDocument/2006/relationships/image" Target="/ppt/media/image11.png" Id="R7a877680c9ea49fb" /><Relationship Type="http://schemas.openxmlformats.org/officeDocument/2006/relationships/notesSlide" Target="/ppt/notesSlides/notesSlide8.xml" Id="R15726fe049934b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81d453781471b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3A37B-55BD-4B48-BCD1-3ADD3E4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225DD-E764-4CBA-B787-0AEFD28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23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ED422-ECDE-46F7-98EA-BF9A17D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発表をつなぐ。</a:t>
            </a:r>
          </a:p>
          <a:p xmlns:a="http://schemas.openxmlformats.org/drawingml/2006/main">
            <a:pPr>
              <a:defRPr sz="37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伝えることに、集中する。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EF95A-F39E-4A37-91AD-C349D1F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研究発表・ハッカソンに挑む学生へ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2c0d4b9154a8e"/>
          <a:stretch xmlns:a="http://schemas.openxmlformats.org/drawingml/2006/main"/>
        </p:blipFill>
        <p:spPr>
          <a:xfrm xmlns:a="http://schemas.openxmlformats.org/drawingml/2006/main">
            <a:off x="8058150" y="1781175"/>
            <a:ext cx="3286125" cy="3286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12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80231-2613-43FA-A021-C7CBAD1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原稿・スライド・時計・録音が、ばらばら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fb4c3f95344db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2F5D9-D93A-4A04-9E58-7544FDE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E6AAE-15E5-4FE8-AA27-5953924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準備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D0E74-1E59-406B-93FB-94391BCD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3BC20-E7F5-40B6-8869-B1362D80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02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90980-A7A5-418B-8EA0-55C3B839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内容と持ち時間を</a:t>
            </a:r>
          </a:p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照らし合わせる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AAD8A-FD6B-4A22-BD83-63EF40A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309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操作と確認に</a:t>
            </a:r>
          </a:p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注意を割く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9397-7003-4AD3-857E-8430F6E1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気になる発話を探す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資料と比べ、改善を整理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A2CBB-216D-4551-B627-F563B0B9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各段階をつなぐ手間が、発表者に残っている。</a:t>
            </a:r>
          </a:p>
        </p:txBody>
      </p:sp>
    </p:spTree>
    <p:extLst>
      <p:ext uri="{BB962C8B-B14F-4D97-AF65-F5344CB8AC3E}">
        <p14:creationId xmlns:p14="http://schemas.microsoft.com/office/powerpoint/2010/main" val="1936041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6E536-20CE-4C5C-8C47-505D449C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準備・本番・振り返りを、一つの流れに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b7535448d4f7a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A0C8-F9A1-4861-B19A-4746708D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77F0-F6ED-4CAA-A748-281CC77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C97AE-AA9B-484F-956E-90B21D9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資料と原稿を準備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DFA97-578C-4D3B-A4B7-6D6443A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37F68-FFC9-4033-A5CB-B57F8B38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700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手元で操作し、時間と発話を記録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E1175-C894-4687-ADE9-BC401CF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BBBA6-CA18-4EDE-A47D-33FDF2F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聞き直して、次に直すことを選ぶ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a1c9c4ff94ffc"/>
          <a:stretch xmlns:a="http://schemas.openxmlformats.org/drawingml/2006/main"/>
        </p:blipFill>
        <p:spPr>
          <a:xfrm xmlns:a="http://schemas.openxmlformats.org/drawingml/2006/main">
            <a:off x="8563532" y="1552575"/>
            <a:ext cx="2056286" cy="4457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C44A1-62CD-4AE5-A5BF-A47C2CD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1245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画面は設計イメージ</a:t>
            </a:r>
          </a:p>
        </p:txBody>
      </p:sp>
    </p:spTree>
    <p:extLst>
      <p:ext uri="{BB962C8B-B14F-4D97-AF65-F5344CB8AC3E}">
        <p14:creationId xmlns:p14="http://schemas.microsoft.com/office/powerpoint/2010/main" val="1656336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89EEF-1319-46F5-8696-C7FB8BD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具体例：気になる発話から聞き直す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9c551f28e493d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BD82A-0808-43CE-B671-5574571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BAF42-0A0C-4E28-A967-9AD1FD83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CB085-5190-456F-9061-27327920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F6690-CE0D-41D3-A087-F9B65D1D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16A66-ADCF-42C1-8CF6-3BF6D05B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候補を見つける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483D3-E222-4D2C-8256-24C989D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前後を聞き直す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000E9-FFDE-41AA-B825-7E78FA2C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本人が選ぶ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83B0E-F475-47BE-AAF9-F0C2A31B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時刻と発話の文脈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3A2FB-1DF1-4F59-B2BE-E1DCBB61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録音の該当箇所へ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1D3F-7D23-490B-8F03-5400AB08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次の練習で直すこと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78A17-EB48-4C3E-9067-4EF8BD6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例：冒頭の説明を一文短くする</a:t>
            </a:r>
          </a:p>
        </p:txBody>
      </p:sp>
    </p:spTree>
    <p:extLst>
      <p:ext uri="{BB962C8B-B14F-4D97-AF65-F5344CB8AC3E}">
        <p14:creationId xmlns:p14="http://schemas.microsoft.com/office/powerpoint/2010/main" val="568951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99652-947C-41C4-A17D-99B6285C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既存AIに相談しやすい土台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86ebe4cf74426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2D4F4-CBB4-450E-B69A-42C228C5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50F69-C7CA-48F1-8E80-3B33BD6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7B048-B5F5-4840-A419-11691C0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3E4E4-3E7E-4A93-8F9F-466C246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735D5-52E7-4790-B879-EBEA3D2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資料・発話・時間を</a:t>
            </a:r>
          </a:p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相談に使える形へ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27EB5-1E9D-4E41-B0B5-8225F94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改善案を提案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E1456-CF58-44D6-9B12-723FD813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選んで、試す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747A5-F844-492C-8611-F529BDB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設計方針：相談までの操作と説明の手間を減らす</a:t>
            </a:r>
          </a:p>
        </p:txBody>
      </p:sp>
    </p:spTree>
    <p:extLst>
      <p:ext uri="{BB962C8B-B14F-4D97-AF65-F5344CB8AC3E}">
        <p14:creationId xmlns:p14="http://schemas.microsoft.com/office/powerpoint/2010/main" val="863534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4E4AC-B074-4A76-B071-5980F2F8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Codexで、人が試すまでの手間も減らす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9631de6054e3f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79994-B578-44E9-BCBA-14FD642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886DD-C665-42A7-A01C-3DF4263B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相談と仕様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76EEA-11F9-4528-86DF-5D93877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壁打ちで操作を絞り、共通ルールへ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108A2-8B2D-45D5-AA5A-942DF08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実装と検証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0DA9D-9919-4286-95E0-391D705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Issueとworktreeで分担。PRごとに両アプリを検証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CEE16-900B-40F4-84A8-6485E571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人が確認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F17B4-FD6F-4650-AEFB-C858CB8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054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TestFlightへ配布し、Slackで変更点を共有</a:t>
            </a:r>
          </a:p>
        </p:txBody>
      </p:sp>
    </p:spTree>
    <p:extLst>
      <p:ext uri="{BB962C8B-B14F-4D97-AF65-F5344CB8AC3E}">
        <p14:creationId xmlns:p14="http://schemas.microsoft.com/office/powerpoint/2010/main" val="1950317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9d712c71f4077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83758-75F8-484D-B75A-86D56AA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44E12-0944-4453-92A9-57D3C5F9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記録を探す時間を、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7A24-2FAE-494A-8401-783F0ADF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内容と伝え方を磨く時間へ。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872B4-E43F-4384-A138-B081ACD3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5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73c9ee69648c8"/>
          <a:stretch xmlns:a="http://schemas.openxmlformats.org/drawingml/2006/main"/>
        </p:blipFill>
        <p:spPr>
          <a:xfrm xmlns:a="http://schemas.openxmlformats.org/drawingml/2006/main">
            <a:off x="8763000" y="4324350"/>
            <a:ext cx="1857375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69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B920A-DD56-4ED4-B5F2-79FAD6E8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補足：実装と確認の範囲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77680c9ea49fb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4FDEC-9593-4BB5-85A5-970F3FB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4193-709A-49FD-903E-EF2F7841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実装・ビルド確認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1684E-E376-41C9-8D02-AC5DCAE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手元のスライド操作と時間設定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QR接続とMac側の接続許可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フィラー候補の表示・前後音声再生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228C1-2F9F-4BEC-8832-9C65944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引き続き確認すること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2A1EA-4217-4B80-9571-2CCFCB32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会場の実機での一連の動作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既存AIへの相談と改善への適用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発話分析の精度と利用者への効果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F2C8C-1B65-40F3-949E-650083FA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詳細と根拠：GitHub Issue #85（チーム限定）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982DE-9CD4-428B-AEF7-035075F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https://github.com/MinobeRyo/kanpeki/issues/85</a:t>
            </a:r>
          </a:p>
        </p:txBody>
      </p:sp>
    </p:spTree>
    <p:extLst>
      <p:ext uri="{BB962C8B-B14F-4D97-AF65-F5344CB8AC3E}">
        <p14:creationId xmlns:p14="http://schemas.microsoft.com/office/powerpoint/2010/main" val="1559101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2026-09-15T05:20:41.0440000Z</dcterms:created>
  <dcterms:modified xsi:type="dcterms:W3CDTF">2026-09-15T05:20:41.0440000Z</dcterms:modified>
</coreProperties>
</file>