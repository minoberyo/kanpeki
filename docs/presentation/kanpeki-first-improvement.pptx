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0c63ab7464f68" /><Relationship Type="http://schemas.openxmlformats.org/officeDocument/2006/relationships/extended-properties" Target="/docProps/app.xml" Id="R2d8eac292af644d4" /><Relationship Type="http://schemas.openxmlformats.org/officeDocument/2006/relationships/officeDocument" Target="/ppt/presentation.xml" Id="R16eec06622504f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37cf3473a4fa0"/>
  </p:sldMasterIdLst>
  <p:notesMasterIdLst>
    <p:notesMasterId xmlns:r="http://schemas.openxmlformats.org/officeDocument/2006/relationships" r:id="R0c5dbeb32f0e41ab"/>
  </p:notesMasterIdLst>
  <p:sldIdLst>
    <p:sldId xmlns:r="http://schemas.openxmlformats.org/officeDocument/2006/relationships" id="256" r:id="R6e36209e1e154b8c"/>
    <p:sldId xmlns:r="http://schemas.openxmlformats.org/officeDocument/2006/relationships" id="257" r:id="R805d756d681347be"/>
    <p:sldId xmlns:r="http://schemas.openxmlformats.org/officeDocument/2006/relationships" id="258" r:id="R28c8e1c000f04bd6"/>
    <p:sldId xmlns:r="http://schemas.openxmlformats.org/officeDocument/2006/relationships" id="259" r:id="Re6a81ef30bdb456e"/>
    <p:sldId xmlns:r="http://schemas.openxmlformats.org/officeDocument/2006/relationships" id="260" r:id="Rb0bf4063d39c4b85"/>
    <p:sldId xmlns:r="http://schemas.openxmlformats.org/officeDocument/2006/relationships" id="261" r:id="R9832fb2da1b24ba0"/>
    <p:sldId xmlns:r="http://schemas.openxmlformats.org/officeDocument/2006/relationships" id="262" r:id="R54765ce4958c4976"/>
    <p:sldId xmlns:r="http://schemas.openxmlformats.org/officeDocument/2006/relationships" id="263" r:id="Ra310c1f0e49b44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57f884d1bb4598" /><Relationship Type="http://schemas.openxmlformats.org/officeDocument/2006/relationships/slideMaster" Target="/ppt/slideMasters/slideMaster1.xml" Id="R80237cf3473a4fa0" /><Relationship Type="http://schemas.openxmlformats.org/officeDocument/2006/relationships/notesMaster" Target="/ppt/notesMasters/notesMaster1.xml" Id="R0c5dbeb32f0e41ab" /><Relationship Type="http://schemas.openxmlformats.org/officeDocument/2006/relationships/presProps" Target="/ppt/presProps.xml" Id="R44a137d27f174ed5" /><Relationship Type="http://schemas.openxmlformats.org/officeDocument/2006/relationships/tableStyles" Target="/ppt/tableStyles.xml" Id="Rf4d31c293d2247fe" /><Relationship Type="http://schemas.openxmlformats.org/officeDocument/2006/relationships/slide" Target="/ppt/slides/slide1.xml" Id="R6e36209e1e154b8c" /><Relationship Type="http://schemas.openxmlformats.org/officeDocument/2006/relationships/slide" Target="/ppt/slides/slide2.xml" Id="R805d756d681347be" /><Relationship Type="http://schemas.openxmlformats.org/officeDocument/2006/relationships/slide" Target="/ppt/slides/slide3.xml" Id="R28c8e1c000f04bd6" /><Relationship Type="http://schemas.openxmlformats.org/officeDocument/2006/relationships/slide" Target="/ppt/slides/slide4.xml" Id="Re6a81ef30bdb456e" /><Relationship Type="http://schemas.openxmlformats.org/officeDocument/2006/relationships/slide" Target="/ppt/slides/slide5.xml" Id="Rb0bf4063d39c4b85" /><Relationship Type="http://schemas.openxmlformats.org/officeDocument/2006/relationships/slide" Target="/ppt/slides/slide6.xml" Id="R9832fb2da1b24ba0" /><Relationship Type="http://schemas.openxmlformats.org/officeDocument/2006/relationships/slide" Target="/ppt/slides/slide7.xml" Id="R54765ce4958c4976" /><Relationship Type="http://schemas.openxmlformats.org/officeDocument/2006/relationships/slide" Target="/ppt/slides/slide8.xml" Id="Ra310c1f0e49b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76e82c45a42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2ee13fd214aaa" /><Relationship Type="http://schemas.openxmlformats.org/officeDocument/2006/relationships/notesMaster" Target="/ppt/notesMasters/notesMaster1.xml" Id="Rcc5b53bc25d4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ee91fb75f4309" /><Relationship Type="http://schemas.openxmlformats.org/officeDocument/2006/relationships/notesMaster" Target="/ppt/notesMasters/notesMaster1.xml" Id="R2cc640aeed314f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e0807edce2449f" /><Relationship Type="http://schemas.openxmlformats.org/officeDocument/2006/relationships/notesMaster" Target="/ppt/notesMasters/notesMaster1.xml" Id="Rfba8bbabe0324a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92686ab124f61" /><Relationship Type="http://schemas.openxmlformats.org/officeDocument/2006/relationships/notesMaster" Target="/ppt/notesMasters/notesMaster1.xml" Id="Rfc6e49d3f40245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ea9070a194a71" /><Relationship Type="http://schemas.openxmlformats.org/officeDocument/2006/relationships/notesMaster" Target="/ppt/notesMasters/notesMaster1.xml" Id="Re0b674fe5e4c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ec5716e4e743b7" /><Relationship Type="http://schemas.openxmlformats.org/officeDocument/2006/relationships/notesMaster" Target="/ppt/notesMasters/notesMaster1.xml" Id="Rbf6f60e2b49549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7daa8e8704fec" /><Relationship Type="http://schemas.openxmlformats.org/officeDocument/2006/relationships/notesMaster" Target="/ppt/notesMasters/notesMaster1.xml" Id="R522a8f853b0941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06a79a0b745d6" /><Relationship Type="http://schemas.openxmlformats.org/officeDocument/2006/relationships/notesMaster" Target="/ppt/notesMasters/notesMaster1.xml" Id="R48a73d3c9050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発表を録画してAIに相談すればいい。でも、そこまでできている学生はどれくらいいるでしょうか。私たちは、改善したいのに振り返りまで辿り着けない学生を支える、カンペきを作っています。</a:t>
            </a:r>
          </a:p>
          <a:p xmlns:a="http://schemas.openxmlformats.org/drawingml/2006/main">
            <a:r>
              <a:t>出典: 2026-09-15ユーザーの発表方針と提供ロゴ。学生全体の利用率を示す調査結果ではなく、チームが対象とする課題です。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録画して、資料と照らし合わせ、気になる場面を探して、AIに説明する。改善のために使いたい時間を、その準備に取られてしまいます。乾さんが整理した課題は、準備する、話す、振り返る、直すという段階の間に、発表者自身がつなぐ手間が残っていることです。</a:t>
            </a:r>
          </a:p>
          <a:p xmlns:a="http://schemas.openxmlformats.org/drawingml/2006/main">
            <a:r>
              <a:t>出典: ユーザーが共有した乾映之右さんの課題文。効果量や利用率は未測定。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ンペきはMacとiPhoneをつなぎ、発表の前・最中・後を一つの流れで支える設計です。前は資料と原稿を準備し、本番はスマホで資料を操作しながら時間を把握する。終了後は録音の気になる箇所を聞き直します。画面は事前に作った設計イメージです。全段階の完全自動連携を実証したという意味ではありません。</a:t>
            </a:r>
          </a:p>
          <a:p xmlns:a="http://schemas.openxmlformats.org/drawingml/2006/main">
            <a:r>
              <a:t>資料: specs/PRODUCT.md、specs/ASSISTANCE_FLOW.md。画像: assets/design/device-size/iphone-live.png。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例は録音後のフィラー候補です。時刻と発話の前後を見て、その場面を聞き直す。無駄な発話と一律に決めつけるのではなく、本人が文脈を確かめて、次に何を変えるかを選びます。例えば冒頭の説明を一文短くする、といった改善です。この改善例は説明用で、実測結果ではありません。候補表示・前後音声再生の実装はPR69、iPhoneビルドとCI成功。会場の実iPhoneでの再生と検出精度評価は別途確認が必要です。</a:t>
            </a:r>
          </a:p>
          <a:p xmlns:a="http://schemas.openxmlformats.org/drawingml/2006/main">
            <a:r>
              <a:t>根拠: https://github.com/MinobeRyo/kanpeki/pull/69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たちが力を注ぐのは、既存のAIが役立つところまで利用者を無理なくつなぐことです。カンペきが資料や発話、時間をまとめ、既存AIが改善候補を提案し、最後に本人が選びます。独自分析AIに正解を学習させることをゴールにはしていません。ここは設計方針であり、全データの自動送信・AI助言の実資料精度・全体連携の検証完了を主張するスライドではありません。</a:t>
            </a:r>
          </a:p>
          <a:p xmlns:a="http://schemas.openxmlformats.org/drawingml/2006/main">
            <a:r>
              <a:t>関連: https://github.com/MinobeRyo/kanpeki/issues/33 、https://github.com/MinobeRyo/kanpeki/issues/82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はコードを書くだけでなく、何を削るかの壁打ちから使いました。たとえば画面の常時表示ボタンを三つまでに絞る方針をAGENTS.mdに残しています。分担はIssueとworktreeで管理し、PRのCIでMacとiPhoneを確認。その後はGitHub ActionsでTestFlightへ配布し、Slackで変更内容と確認方法を伝えます。AIの成果物を人間が試すまでの距離を縮めました。CI成功と実機で使えることは分けて確認しています。既存の構成・事前成果の持ち込みはdocs/MIGRATION.mdに記録しています。</a:t>
            </a:r>
          </a:p>
          <a:p xmlns:a="http://schemas.openxmlformats.org/drawingml/2006/main">
            <a:r>
              <a:t>根拠: PR70 https://github.com/MinobeRyo/kanpeki/pull/70 、PR71 https://github.com/MinobeRyo/kanpeki/pull/71 、PR78 https://github.com/MinobeRyo/kanpeki/pull/78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たちが目指すゼロから一は、振り返りをしなかった人が、最初の改善に踏み出すことです。発表前・本番・発表後をつなぐことで、記録を探したり相談の準備をしたりする時間を減らし、自分の伝え方を直す時間に変えていきます。カンペき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-15作成時点。左側は実装とビルド・一部統合試験の確認範囲で、全員の実機動作保証ではありません。右側を完了済みとして説明しないでください。独自AIの精度優位性、学生全体の改善効果、全員へのインストール完了は確認していません。補足資料は本PPTXのノートと同梱Markdownにも収録しており、GitHubを閲覧できない審査員にはそれらを渡せます。Issueリンクは非公開リポジトリのためチーム限定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f20b65c96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6061204ec54576" /><Relationship Type="http://schemas.openxmlformats.org/officeDocument/2006/relationships/slideLayout" Target="/ppt/slideLayouts/slideLayout1.xml" Id="R3f19db64378c4f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19db64378c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909d17e1e4de3" /><Relationship Type="http://schemas.openxmlformats.org/officeDocument/2006/relationships/image" Target="/ppt/media/image.png" Id="R8489debf334e4a3b" /><Relationship Type="http://schemas.openxmlformats.org/officeDocument/2006/relationships/image" Target="/ppt/media/image2.png" Id="Rab309223833c4f64" /><Relationship Type="http://schemas.openxmlformats.org/officeDocument/2006/relationships/notesSlide" Target="/ppt/notesSlides/notesSlide1.xml" Id="Rc57c70ea4d874b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8e603684a4f0c" /><Relationship Type="http://schemas.openxmlformats.org/officeDocument/2006/relationships/image" Target="/ppt/media/image3.png" Id="R0a2cdc058a234551" /><Relationship Type="http://schemas.openxmlformats.org/officeDocument/2006/relationships/notesSlide" Target="/ppt/notesSlides/notesSlide2.xml" Id="Re579fd567ea149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6b017e0b4302" /><Relationship Type="http://schemas.openxmlformats.org/officeDocument/2006/relationships/image" Target="/ppt/media/image4.png" Id="R53acf501e42141a0" /><Relationship Type="http://schemas.openxmlformats.org/officeDocument/2006/relationships/image" Target="/ppt/media/image5.png" Id="Rd28e7dbd3acd4144" /><Relationship Type="http://schemas.openxmlformats.org/officeDocument/2006/relationships/notesSlide" Target="/ppt/notesSlides/notesSlide3.xml" Id="R7be95aa7ee95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24ce53d4e42e9" /><Relationship Type="http://schemas.openxmlformats.org/officeDocument/2006/relationships/image" Target="/ppt/media/image6.png" Id="R75e8062a45814b11" /><Relationship Type="http://schemas.openxmlformats.org/officeDocument/2006/relationships/notesSlide" Target="/ppt/notesSlides/notesSlide4.xml" Id="Rdda85c2c90ba4e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9113fe9bd4478" /><Relationship Type="http://schemas.openxmlformats.org/officeDocument/2006/relationships/image" Target="/ppt/media/image7.png" Id="Rf88e9facf5d644ae" /><Relationship Type="http://schemas.openxmlformats.org/officeDocument/2006/relationships/notesSlide" Target="/ppt/notesSlides/notesSlide5.xml" Id="Rce128041252b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617a65aa3467f" /><Relationship Type="http://schemas.openxmlformats.org/officeDocument/2006/relationships/image" Target="/ppt/media/image8.png" Id="R10020c04d73748ac" /><Relationship Type="http://schemas.openxmlformats.org/officeDocument/2006/relationships/notesSlide" Target="/ppt/notesSlides/notesSlide6.xml" Id="R93ca0b4a4af6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72021954341f6" /><Relationship Type="http://schemas.openxmlformats.org/officeDocument/2006/relationships/image" Target="/ppt/media/image9.png" Id="R401edb37398b42c5" /><Relationship Type="http://schemas.openxmlformats.org/officeDocument/2006/relationships/image" Target="/ppt/media/image10.png" Id="R194157ba4dc34d4c" /><Relationship Type="http://schemas.openxmlformats.org/officeDocument/2006/relationships/notesSlide" Target="/ppt/notesSlides/notesSlide7.xml" Id="Rfe8a7da2d8d8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6d0a1e4ca46c5" /><Relationship Type="http://schemas.openxmlformats.org/officeDocument/2006/relationships/image" Target="/ppt/media/image11.png" Id="R2f40334dd9394561" /><Relationship Type="http://schemas.openxmlformats.org/officeDocument/2006/relationships/notesSlide" Target="/ppt/notesSlides/notesSlide8.xml" Id="R84e01d2fcc2d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9debf334e4a3b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EC78D-34DC-43F0-802E-B46B48AA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1E46-0BE5-4B8F-B079-75B02E71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23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0AEBB-25FA-4666-A499-D1B212FA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発表を、最初の改善へ。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031B-D1C3-4E51-B955-BEEBB757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研究発表・ハッカソンに挑む学生へ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09223833c4f64"/>
          <a:stretch xmlns:a="http://schemas.openxmlformats.org/drawingml/2006/main"/>
        </p:blipFill>
        <p:spPr>
          <a:xfrm xmlns:a="http://schemas.openxmlformats.org/drawingml/2006/main">
            <a:off x="8058150" y="1781175"/>
            <a:ext cx="3286125" cy="3286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38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EF01F-48F3-405E-96CA-CA809FE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改善したい。その手前に手間がある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cdc058a234551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DBFED-CB5B-476D-87DB-0BE7785D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A962A-9083-44CA-99FA-326CBBD7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録画する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52470-82C5-4304-9BE4-8E9E6475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86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資料と照らす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5A991-5BB9-4232-A81C-C11C068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AIに説明する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C244A-CCBB-40E3-A53B-E04471B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練習を残す準備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7AD5A-18D6-44A6-AD44-05D67D2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気になる場面を探す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737F-40B9-4769-8403-BBFFA11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相談する情報をまとめる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7B08A-C109-436B-B0A2-0E44006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練習が終わっても、振り返りを始める作業が残る。</a:t>
            </a:r>
          </a:p>
        </p:txBody>
      </p:sp>
    </p:spTree>
    <p:extLst>
      <p:ext uri="{BB962C8B-B14F-4D97-AF65-F5344CB8AC3E}">
        <p14:creationId xmlns:p14="http://schemas.microsoft.com/office/powerpoint/2010/main" val="1401198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21B04-7F1D-4D05-8F81-6864FF6B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発表前・本番・発表後をつなぐ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cf501e42141a0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EEC1A-797D-4B03-BB0F-8C5D72F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4764B-3DD2-4E80-AEE5-1D36C2C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62F1C-3CF9-4B1F-B735-E87364C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資料と原稿を準備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C217E-3047-44CF-A9D3-D0BB429A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454D5-BD52-45D3-BA7F-A2B463AC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700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手元で操作し、時間と発話を記録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8AEDD-8683-4EFE-8592-B54D6EC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AED9A-1477-4DB7-97E2-785A9C41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気になる箇所を聞き直す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7dbd3acd4144"/>
          <a:stretch xmlns:a="http://schemas.openxmlformats.org/drawingml/2006/main"/>
        </p:blipFill>
        <p:spPr>
          <a:xfrm xmlns:a="http://schemas.openxmlformats.org/drawingml/2006/main">
            <a:off x="8563532" y="1552575"/>
            <a:ext cx="2056286" cy="4457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18C82-AF85-4F11-9CCD-F6D95192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1245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画面は設計イメージ</a:t>
            </a:r>
          </a:p>
        </p:txBody>
      </p:sp>
    </p:spTree>
    <p:extLst>
      <p:ext uri="{BB962C8B-B14F-4D97-AF65-F5344CB8AC3E}">
        <p14:creationId xmlns:p14="http://schemas.microsoft.com/office/powerpoint/2010/main" val="1657542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DDD2D-D3E7-4E51-BF2A-1E708C9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次に直すことを、一つ選べる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062a45814b11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46FA7-0BD3-4A46-8352-4E059BD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48729-EA01-4C0E-BA20-F219CC2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A3EC3-252C-4D82-894D-EDF65FB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350EF-855A-4073-9D21-98C749AF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61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A6D12-331D-49D6-9674-E2B739A8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候補を見つける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FA996-C329-42DD-838E-ACD2403C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前後を聞き直す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5373D-AF60-43F9-A3EE-7D7A7EBF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本人が選ぶ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8679D-63D1-4C40-8BCA-3BC377B6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時刻と発話の文脈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CB906-742C-4C3C-9BB8-8723CDD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録音の該当箇所へ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FDA18-4338-42EF-B000-0E2DA02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次の練習で直すこと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14494-AA6F-4B09-B34F-FBF12862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例：冒頭の説明を一文短くする</a:t>
            </a:r>
          </a:p>
        </p:txBody>
      </p:sp>
    </p:spTree>
    <p:extLst>
      <p:ext uri="{BB962C8B-B14F-4D97-AF65-F5344CB8AC3E}">
        <p14:creationId xmlns:p14="http://schemas.microsoft.com/office/powerpoint/2010/main" val="593062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45682-011A-4639-9EB8-50B3808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既存AIに相談しやすい土台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e9facf5d644ae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8EAEB-251F-4DB1-87AD-6C48E7E3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725AD-670A-40C8-9A96-EACEBC13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7705E-5DA2-40B2-B4DE-12F72814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7E9DF-D97F-4A23-8D56-4B7181B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9C479-0727-43BE-AC7A-A796DA7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資料・発話・時間を</a:t>
            </a:r>
          </a:p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相談に使える形へ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24DD1-3A43-48AA-8F07-7D033BD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改善案を提案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463D5-D59E-4872-A8A5-16CB3DCF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選んで、試す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32B12-8BCC-401E-ADBF-843EAFC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設計方針：相談までの操作と説明の手間を減らす</a:t>
            </a:r>
          </a:p>
        </p:txBody>
      </p:sp>
    </p:spTree>
    <p:extLst>
      <p:ext uri="{BB962C8B-B14F-4D97-AF65-F5344CB8AC3E}">
        <p14:creationId xmlns:p14="http://schemas.microsoft.com/office/powerpoint/2010/main" val="1044144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CC83E-9A5B-44CE-95FF-3B1006A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Codexで、人が試すまでの手間も減らす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20c04d73748ac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37D5C-6E9B-4138-8C03-00BB526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69BB6-047D-441D-93EC-328DE6A4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相談と仕様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240E3-3BB0-4FC4-AE87-27C31FD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壁打ちで操作を絞り、共通ルールへ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FFEB1-16D6-4C2B-ABC4-5394F3F0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実装と検証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26FC6-12A2-4EBA-AC2A-BC773756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Issueとworktreeで分担。PRごとに両アプリを検証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EBAC3-F64D-42FE-AC15-46D2D38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人が確認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3B0A5-0352-4C4A-8605-C95B76A5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05425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TestFlightへ配布し、Slackで変更点を共有</a:t>
            </a:r>
          </a:p>
        </p:txBody>
      </p:sp>
    </p:spTree>
    <p:extLst>
      <p:ext uri="{BB962C8B-B14F-4D97-AF65-F5344CB8AC3E}">
        <p14:creationId xmlns:p14="http://schemas.microsoft.com/office/powerpoint/2010/main" val="1214692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9EB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edb37398b42c5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4AB08-F7BF-4120-83B1-0025695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9D7E0-DB87-4A7A-A2C9-B6CAA379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振り返れなかった発表を、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E6DB6-BA9E-428C-ACCE-441AE79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1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次の改善につながる発表へ。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BBFD9-DDDA-4B2B-8A09-E1A35EEA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5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157ba4dc34d4c"/>
          <a:stretch xmlns:a="http://schemas.openxmlformats.org/drawingml/2006/main"/>
        </p:blipFill>
        <p:spPr>
          <a:xfrm xmlns:a="http://schemas.openxmlformats.org/drawingml/2006/main">
            <a:off x="8763000" y="4324350"/>
            <a:ext cx="1857375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92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338E7-8553-41DA-A552-C5845F82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補足：実装と確認の範囲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0334dd9394561"/>
          <a:stretch xmlns:a="http://schemas.openxmlformats.org/drawingml/2006/main"/>
        </p:blipFill>
        <p:spPr>
          <a:xfrm xmlns:a="http://schemas.openxmlformats.org/drawingml/2006/main">
            <a:off x="11049000" y="5829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B9629-3DA6-45AE-9431-81F8B93B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1F8C8-4F7A-4D22-A28C-568F044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実装・ビルド確認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70795-3BE2-4A0B-AF90-F5272C9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手元のスライド操作と時間設定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QR接続とMac側の接続許可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フィラー候補の表示・前後音声再生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2588-ADD0-4D03-9854-97BDEAE9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引き続き確認すること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41C18-D145-4E8C-965A-28B817E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会場の実機での一連の動作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既存AIへの相談と改善への適用</a:t>
            </a:r>
          </a:p>
          <a:p xmlns:a="http://schemas.openxmlformats.org/drawingml/2006/main">
            <a:pPr>
              <a:def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発話分析の精度と利用者への効果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2F245-5D6F-4D0B-8802-2C25CD0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詳細と根拠：GitHub Issue #85（チーム限定）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DB528-0AB5-4009-8356-857095A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https://github.com/MinobeRyo/kanpeki/issues/85</a:t>
            </a:r>
          </a:p>
        </p:txBody>
      </p:sp>
    </p:spTree>
    <p:extLst>
      <p:ext uri="{BB962C8B-B14F-4D97-AF65-F5344CB8AC3E}">
        <p14:creationId xmlns:p14="http://schemas.microsoft.com/office/powerpoint/2010/main" val="529644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2026-09-15T05:11:39.2000000Z</dcterms:created>
  <dcterms:modified xsi:type="dcterms:W3CDTF">2026-09-15T05:11:39.2000000Z</dcterms:modified>
</coreProperties>
</file>