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27ae91a1d642f5" /><Relationship Type="http://schemas.openxmlformats.org/officeDocument/2006/relationships/extended-properties" Target="/docProps/app.xml" Id="R769f5f21ce4f4324" /><Relationship Type="http://schemas.openxmlformats.org/officeDocument/2006/relationships/officeDocument" Target="/ppt/presentation.xml" Id="R2747a1e0501a4f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064aa2f36f47e8"/>
  </p:sldMasterIdLst>
  <p:notesMasterIdLst>
    <p:notesMasterId xmlns:r="http://schemas.openxmlformats.org/officeDocument/2006/relationships" r:id="R2a04105043384745"/>
  </p:notesMasterIdLst>
  <p:sldIdLst>
    <p:sldId xmlns:r="http://schemas.openxmlformats.org/officeDocument/2006/relationships" id="256" r:id="Rac32a310f90146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2119c2c50441f6" /><Relationship Type="http://schemas.openxmlformats.org/officeDocument/2006/relationships/slideMaster" Target="/ppt/slideMasters/slideMaster1.xml" Id="Rdc064aa2f36f47e8" /><Relationship Type="http://schemas.openxmlformats.org/officeDocument/2006/relationships/notesMaster" Target="/ppt/notesMasters/notesMaster1.xml" Id="R2a04105043384745" /><Relationship Type="http://schemas.openxmlformats.org/officeDocument/2006/relationships/presProps" Target="/ppt/presProps.xml" Id="R23d91a6bf0b24b7e" /><Relationship Type="http://schemas.openxmlformats.org/officeDocument/2006/relationships/tableStyles" Target="/ppt/tableStyles.xml" Id="R5feea84b6a7647e3" /><Relationship Type="http://schemas.openxmlformats.org/officeDocument/2006/relationships/slide" Target="/ppt/slides/slide1.xml" Id="Rac32a310f90146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108ea5f28b4f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1f5876f1f04c6a" /><Relationship Type="http://schemas.openxmlformats.org/officeDocument/2006/relationships/notesMaster" Target="/ppt/notesMasters/notesMaster1.xml" Id="R2a3e65893ee849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対象と提供価値: 学会やハッカソンに臨む学生に、発表の場で求められる内容を踏まえ、準備・練習・本番・振り返りを通じて、より良い発表を支援するアプリ。</a:t>
            </a:r>
          </a:p>
          <a:p xmlns:a="http://schemas.openxmlformats.org/drawingml/2006/main">
            <a:r>
              <a:t>背景: 発表する場によって主張すべき内容が変わる。発表者が内容と時間配分を判断し、資料作成・原稿・録音・AIへの相談も分散しているため、各段階をつなぐ手間が残る。</a:t>
            </a:r>
          </a:p>
          <a:p xmlns:a="http://schemas.openxmlformats.org/drawingml/2006/main">
            <a:r>
              <a:t>解決の設計: 条件と資料に沿った改善提案、発話/時間の根拠に基づく修正案、採用原稿の本番利用をつなぐ。既存AIを活用し、提案の採用は本人が選ぶ。目指す体験は設計を含み、全機能の一連の実機確認・精度検証済みとは扱わない。</a:t>
            </a:r>
          </a:p>
          <a:p xmlns:a="http://schemas.openxmlformats.org/drawingml/2006/main">
            <a:r>
              <a:t>Codexの具体例: Issue/branch/worktreeで並列開発しPRと検証結果で統合。原稿分析で列挙/引用欠落を発見し数値/否定を含む回帰テストを整備。関連文書を同じPRで更新するルールと更新宣言CIを整備。</a:t>
            </a:r>
          </a:p>
          <a:p xmlns:a="http://schemas.openxmlformats.org/drawingml/2006/main">
            <a:r>
              <a:t>根拠: https://github.com/MinobeRyo/kanpeki/issues/33 https://github.com/MinobeRyo/kanpeki/issues/68 https://github.com/MinobeRyo/kanpeki/pull/73 https://github.com/MinobeRyo/kanpeki/pull/76 。チーム限定リンク。</a:t>
            </a:r>
          </a:p>
          <a:p xmlns:a="http://schemas.openxmlformats.org/drawingml/2006/main">
            <a:r>
              <a:t>デモ方針: 発表条件の設定、資料/原稿の確認、練習、改善提案、原稿への反映を紹介する。画面はPR70の実装iPhone17シミュレーター撮影（後続QR対応前）。実装例: 接続画面と分秒の時間設定。2026-09-15作成時点では動画未完成・未埋め込み。指定Google Slidesテンプレートは未提供。出典: 同日ユーザー提供の提出要件画像と本文、ロゴ。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cd425c49e49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4d7502b46d45ed" /><Relationship Type="http://schemas.openxmlformats.org/officeDocument/2006/relationships/slideLayout" Target="/ppt/slideLayouts/slideLayout1.xml" Id="R3f8e831115d247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8e831115d247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620c6081f4ffc" /><Relationship Type="http://schemas.openxmlformats.org/officeDocument/2006/relationships/image" Target="/ppt/media/image.png" Id="R67a071d43072431a" /><Relationship Type="http://schemas.openxmlformats.org/officeDocument/2006/relationships/image" Target="/ppt/media/image2.png" Id="R1857874f208e4536" /><Relationship Type="http://schemas.openxmlformats.org/officeDocument/2006/relationships/notesSlide" Target="/ppt/notesSlides/notesSlide1.xml" Id="R68cce1d9f57b43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071d43072431a"/>
          <a:stretch xmlns:a="http://schemas.openxmlformats.org/drawingml/2006/main"/>
        </p:blipFill>
        <p:spPr>
          <a:xfrm xmlns:a="http://schemas.openxmlformats.org/drawingml/2006/main">
            <a:off x="10382250" y="2095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96A99-9EF7-454C-970F-82EE8397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49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カンペき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F7D9C-692D-4905-BBB0-77E0B5F3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1025"/>
            <a:ext cx="566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チーム：完全感覚Debugger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22287-492A-4309-B803-3ADC98BD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発表の場に合わせて、準備から本番・振り返りまで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2706D-B3BC-4A21-A296-11CEBB2F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学会やハッカソンに臨む学生のためのプレゼンサポートアプリ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33746-820E-4A60-8969-349AF351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課題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B3854-D3D7-4287-B49E-8449B251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81325"/>
            <a:ext cx="3905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場ごとに伝える内容が違う</a:t>
            </a:r>
          </a:p>
          <a:p xmlns:a="http://schemas.openxmlformats.org/drawingml/2006/main">
            <a:pPr>
              <a:defRPr sz="187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資料・原稿・録音が別々</a:t>
            </a:r>
          </a:p>
          <a:p xmlns:a="http://schemas.openxmlformats.org/drawingml/2006/main">
            <a:pPr>
              <a:defRPr sz="187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AIへの相談にも説明し直し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8F575-3942-47ED-920B-606DADD9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814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準備に手間がかかる</a:t>
            </a:r>
          </a:p>
          <a:p xmlns:a="http://schemas.openxmlformats.org/drawingml/2006/main">
            <a:pPr>
              <a:defRPr sz="187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練習後も、直す箇所が曖昧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A1D1C-7986-481E-BBB3-965ACD9A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解決方法（目指す体験）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7A922-C934-404B-BD11-5E2B587F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準備する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41CCB-7437-4CCB-B858-10A7B2D4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71850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場・聴衆・時間・評価基準に沿って</a:t>
            </a:r>
          </a:p>
          <a:p xmlns:a="http://schemas.openxmlformats.org/drawingml/2006/main">
            <a:pPr>
              <a:defRPr sz="16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主張の不足、構成、時間配分を提案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FFD53-8189-44D0-BAA8-F5BDFE78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練習して直す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26033-CEF3-4553-BE46-93731FE1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00550"/>
            <a:ext cx="504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資料と発話・時間を照合し、根拠とともに</a:t>
            </a:r>
          </a:p>
          <a:p xmlns:a="http://schemas.openxmlformats.org/drawingml/2006/main">
            <a:pPr>
              <a:defRPr sz="16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直す箇所・修正案・次の一手を示す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3647B-9803-4E3B-9700-8E67DAA1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48225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実装例：スライド操作・時間設定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46D62-0042-4EE4-B302-B09A4F9A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196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本番：採用原稿をiPhoneで参照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CD8D4-91B5-4300-B858-9968032A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24100"/>
            <a:ext cx="2162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プロダクト画面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7874f208e4536"/>
          <a:stretch xmlns:a="http://schemas.openxmlformats.org/drawingml/2006/main"/>
        </p:blipFill>
        <p:spPr>
          <a:xfrm xmlns:a="http://schemas.openxmlformats.org/drawingml/2006/main">
            <a:off x="10173714" y="2762250"/>
            <a:ext cx="1226698" cy="2667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BE54C-E342-4BFC-B1AE-9A21092A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911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接続UIの実装例</a:t>
            </a:r>
          </a:p>
          <a:p xmlns:a="http://schemas.openxmlformats.org/drawingml/2006/main">
            <a:pPr>
              <a:defRPr sz="12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iPhoneシミュレーター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524F6-EC76-4D22-9CBA-299C1685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Codexの活用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5F31B-A732-4C75-9932-2476FEDB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機能ごとに並列開発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C8102-17C3-4734-B5A1-15A5A79B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Issue・worktreeで分担し、PRで統合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FDC0AE-E002-443C-B9A1-81474C5D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810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分析結果を批判的に検証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360DC-4C7F-4AB9-A9C0-8BAA1D4A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1722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引用・列挙・数値・否定の回帰テスト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C10B0-DB84-4C67-A2EB-9055AB80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102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仕様と実装を同時に更新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2AD371-D22C-4059-A771-5BACEF60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172200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同じPRで文書更新。CIで宣言確認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753CCE-DFB2-4F0F-A7E7-0C6233BD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34150"/>
            <a:ext cx="1085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5C6673"/>
                </a:solidFill>
                <a:latin typeface="Hiragino Sans"/>
                <a:ea typeface="Hiragino Sans"/>
                <a:cs typeface="Hiragino Sans"/>
              </a:rPr>
              <a:t>デモ：動画準備中　 コード：https://github.com/MinobeRyo/kanpeki（チーム限定）</a:t>
            </a:r>
          </a:p>
        </p:txBody>
      </p:sp>
    </p:spTree>
    <p:extLst>
      <p:ext uri="{BB962C8B-B14F-4D97-AF65-F5344CB8AC3E}">
        <p14:creationId xmlns:p14="http://schemas.microsoft.com/office/powerpoint/2010/main" val="15202351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2026-09-15T05:33:25.0000000Z</dcterms:created>
  <dcterms:modified xsi:type="dcterms:W3CDTF">2026-09-15T05:33:25.0000000Z</dcterms:modified>
</coreProperties>
</file>